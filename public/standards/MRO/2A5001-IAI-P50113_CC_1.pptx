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  <p:sldMasterId id="2147483733" r:id="rId5"/>
    <p:sldMasterId id="2147483648" r:id="rId6"/>
  </p:sldMasterIdLst>
  <p:notesMasterIdLst>
    <p:notesMasterId r:id="rId9"/>
  </p:notesMasterIdLst>
  <p:handoutMasterIdLst>
    <p:handoutMasterId r:id="rId10"/>
  </p:handoutMasterIdLst>
  <p:sldIdLst>
    <p:sldId id="270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A4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38CC76-B3B3-8625-BED0-2DE39E89B9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7D59B-4CD5-9F17-CD24-9168566BCC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BBC3C-1769-F140-9F5D-1D0798106B5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40842-3529-2B66-8DDD-D8F03639BD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67C3B-57EE-4F5E-032F-40AEA50DA1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FEDD1-F27A-C341-BA2E-AE922203F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05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CA10C-3495-AD41-BFC3-D15B3F80A75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18CFC-C847-6A47-BAB9-8D85D24F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1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1AB885-CBD3-2971-B2C6-9605A644E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B9296216-DD17-3D88-B1BF-7491C30B1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2672B2-0E27-5ADE-C0FD-503B96ECC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85893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1 Title and Content Sky Blu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8FF1-F845-250C-ECC1-140DE7550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3" y="365126"/>
            <a:ext cx="10791203" cy="8359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6507-EC28-4A62-183F-C120B5BEC4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944" y="1307164"/>
            <a:ext cx="10823288" cy="480595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0A65FE-F7F4-DFFA-1A9C-9450BB5E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7A205648-516A-B2AF-1188-DF9B97042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377CE3-186A-75F7-5AB6-55E428AC9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43882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-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C38585-5144-37C9-FF56-C6840FF0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97BA5CD-4DAF-3A00-68E4-D9E27AEF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6E2B752-46E0-3D1B-A376-95A64DC3A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216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lumn Dens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0651-1DA1-F8F2-BF93-067F50875E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515600" cy="62422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9A335-27F4-61C5-1CF7-F59D61E332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4944" y="1253330"/>
            <a:ext cx="5222971" cy="4880341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4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  <a:p>
            <a:pPr lvl="0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75B0F-0D18-7C62-7075-2C8F119DF8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53330"/>
            <a:ext cx="5222971" cy="4880341"/>
          </a:xfrm>
        </p:spPr>
        <p:txBody>
          <a:bodyPr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To maintain legibility of long paragraphs and large amounts of text on your page: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should be larger than 14 pts.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text across 2 or more columns. Small text spanning the entire width of the page will be hard to read.</a:t>
            </a:r>
          </a:p>
          <a:p>
            <a:pPr lvl="0"/>
            <a:r>
              <a:rPr lang="en-US" err="1"/>
              <a:t>Officil</a:t>
            </a:r>
            <a:r>
              <a:rPr lang="en-US"/>
              <a:t> </a:t>
            </a:r>
            <a:r>
              <a:rPr lang="en-US" err="1"/>
              <a:t>magnist</a:t>
            </a:r>
            <a:r>
              <a:rPr lang="en-US"/>
              <a:t>, </a:t>
            </a:r>
            <a:r>
              <a:rPr lang="en-US" err="1"/>
              <a:t>netum</a:t>
            </a:r>
            <a:r>
              <a:rPr lang="en-US"/>
              <a:t> </a:t>
            </a:r>
            <a:r>
              <a:rPr lang="en-US" err="1"/>
              <a:t>apernam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alit, abo. </a:t>
            </a:r>
            <a:r>
              <a:rPr lang="en-US" err="1"/>
              <a:t>Nosam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andis</a:t>
            </a:r>
            <a:r>
              <a:rPr lang="en-US"/>
              <a:t> </a:t>
            </a:r>
            <a:r>
              <a:rPr lang="en-US" err="1"/>
              <a:t>moluptatum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re </a:t>
            </a:r>
            <a:r>
              <a:rPr lang="en-US" err="1"/>
              <a:t>nonsed</a:t>
            </a:r>
            <a:r>
              <a:rPr lang="en-US"/>
              <a:t> </a:t>
            </a:r>
            <a:r>
              <a:rPr lang="en-US" err="1"/>
              <a:t>magnimi</a:t>
            </a:r>
            <a:r>
              <a:rPr lang="en-US"/>
              <a:t>, </a:t>
            </a:r>
            <a:r>
              <a:rPr lang="en-US" err="1"/>
              <a:t>volor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nisque</a:t>
            </a:r>
            <a:r>
              <a:rPr lang="en-US"/>
              <a:t> </a:t>
            </a:r>
            <a:r>
              <a:rPr lang="en-US" err="1"/>
              <a:t>derchit</a:t>
            </a:r>
            <a:r>
              <a:rPr lang="en-US"/>
              <a:t> </a:t>
            </a:r>
            <a:r>
              <a:rPr lang="en-US" err="1"/>
              <a:t>accum</a:t>
            </a:r>
            <a:r>
              <a:rPr lang="en-US"/>
              <a:t> </a:t>
            </a:r>
            <a:r>
              <a:rPr lang="en-US" err="1"/>
              <a:t>quamusdamet</a:t>
            </a:r>
            <a:r>
              <a:rPr lang="en-US"/>
              <a:t> </a:t>
            </a:r>
            <a:r>
              <a:rPr lang="en-US" err="1"/>
              <a:t>expelignam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dolore </a:t>
            </a:r>
            <a:r>
              <a:rPr lang="en-US" err="1"/>
              <a:t>perferro</a:t>
            </a:r>
            <a:r>
              <a:rPr lang="en-US"/>
              <a:t> </a:t>
            </a:r>
            <a:r>
              <a:rPr lang="en-US" err="1"/>
              <a:t>vendae</a:t>
            </a:r>
            <a:r>
              <a:rPr lang="en-US"/>
              <a:t> nest que </a:t>
            </a:r>
            <a:r>
              <a:rPr lang="en-US" err="1"/>
              <a:t>exerum</a:t>
            </a:r>
            <a:r>
              <a:rPr lang="en-US"/>
              <a:t> qui </a:t>
            </a:r>
            <a:r>
              <a:rPr lang="en-US" err="1"/>
              <a:t>asperi</a:t>
            </a:r>
            <a:r>
              <a:rPr lang="en-US"/>
              <a:t> </a:t>
            </a:r>
            <a:r>
              <a:rPr lang="en-US" err="1"/>
              <a:t>doloritem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utatem</a:t>
            </a:r>
            <a:r>
              <a:rPr lang="en-US"/>
              <a:t> </a:t>
            </a:r>
            <a:r>
              <a:rPr lang="en-US" err="1"/>
              <a:t>repudip</a:t>
            </a:r>
            <a:r>
              <a:rPr lang="en-US"/>
              <a:t> </a:t>
            </a:r>
            <a:r>
              <a:rPr lang="en-US" err="1"/>
              <a:t>saeratur</a:t>
            </a:r>
            <a:r>
              <a:rPr lang="en-US"/>
              <a:t>, to </a:t>
            </a:r>
            <a:r>
              <a:rPr lang="en-US" err="1"/>
              <a:t>volesto</a:t>
            </a:r>
            <a:r>
              <a:rPr lang="en-US"/>
              <a:t> </a:t>
            </a:r>
            <a:r>
              <a:rPr lang="en-US" err="1"/>
              <a:t>optatur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Quiam</a:t>
            </a:r>
            <a:r>
              <a:rPr lang="en-US"/>
              <a:t> qui </a:t>
            </a:r>
            <a:r>
              <a:rPr lang="en-US" err="1"/>
              <a:t>doluptamus</a:t>
            </a:r>
            <a:r>
              <a:rPr lang="en-US"/>
              <a:t> </a:t>
            </a:r>
            <a:r>
              <a:rPr lang="en-US" err="1"/>
              <a:t>solore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et,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 re </a:t>
            </a:r>
            <a:r>
              <a:rPr lang="en-US" err="1"/>
              <a:t>necturit</a:t>
            </a:r>
            <a:r>
              <a:rPr lang="en-US"/>
              <a:t> </a:t>
            </a:r>
            <a:r>
              <a:rPr lang="en-US" err="1"/>
              <a:t>eaquias</a:t>
            </a:r>
            <a:r>
              <a:rPr lang="en-US"/>
              <a:t> </a:t>
            </a:r>
            <a:r>
              <a:rPr lang="en-US" err="1"/>
              <a:t>nimpor</a:t>
            </a:r>
            <a:r>
              <a:rPr lang="en-US"/>
              <a:t> </a:t>
            </a:r>
            <a:r>
              <a:rPr lang="en-US" err="1"/>
              <a:t>autemquos</a:t>
            </a:r>
            <a:r>
              <a:rPr lang="en-US"/>
              <a:t> </a:t>
            </a:r>
            <a:r>
              <a:rPr lang="en-US" err="1"/>
              <a:t>erovita</a:t>
            </a:r>
            <a:r>
              <a:rPr lang="en-US"/>
              <a:t> </a:t>
            </a:r>
            <a:r>
              <a:rPr lang="en-US" err="1"/>
              <a:t>quiatem</a:t>
            </a:r>
            <a:r>
              <a:rPr lang="en-US"/>
              <a:t> </a:t>
            </a:r>
            <a:r>
              <a:rPr lang="en-US" err="1"/>
              <a:t>dolorit</a:t>
            </a:r>
            <a:r>
              <a:rPr lang="en-US"/>
              <a:t> </a:t>
            </a:r>
            <a:r>
              <a:rPr lang="en-US" err="1"/>
              <a:t>antem</a:t>
            </a:r>
            <a:r>
              <a:rPr lang="en-US"/>
              <a:t> </a:t>
            </a:r>
            <a:r>
              <a:rPr lang="en-US" err="1"/>
              <a:t>quas</a:t>
            </a:r>
            <a:r>
              <a:rPr lang="en-US"/>
              <a:t> </a:t>
            </a:r>
            <a:r>
              <a:rPr lang="en-US" err="1"/>
              <a:t>exerro</a:t>
            </a:r>
            <a:r>
              <a:rPr lang="en-US"/>
              <a:t> </a:t>
            </a:r>
            <a:r>
              <a:rPr lang="en-US" err="1"/>
              <a:t>conse</a:t>
            </a:r>
            <a:r>
              <a:rPr lang="en-US"/>
              <a:t> </a:t>
            </a:r>
            <a:r>
              <a:rPr lang="en-US" err="1"/>
              <a:t>pelenduntur</a:t>
            </a:r>
            <a:r>
              <a:rPr lang="en-US"/>
              <a:t> sum </a:t>
            </a:r>
            <a:r>
              <a:rPr lang="en-US" err="1"/>
              <a:t>etur</a:t>
            </a:r>
            <a:r>
              <a:rPr lang="en-US"/>
              <a:t> </a:t>
            </a:r>
            <a:r>
              <a:rPr lang="en-US" err="1"/>
              <a:t>sunto</a:t>
            </a:r>
            <a:r>
              <a:rPr lang="en-US"/>
              <a:t> </a:t>
            </a:r>
            <a:r>
              <a:rPr lang="en-US" err="1"/>
              <a:t>ercim</a:t>
            </a:r>
            <a:r>
              <a:rPr lang="en-US"/>
              <a:t> </a:t>
            </a:r>
            <a:r>
              <a:rPr lang="en-US" err="1"/>
              <a:t>comnihicipit</a:t>
            </a:r>
            <a:r>
              <a:rPr lang="en-US"/>
              <a:t> </a:t>
            </a:r>
            <a:r>
              <a:rPr lang="en-US" err="1"/>
              <a:t>assit</a:t>
            </a:r>
            <a:r>
              <a:rPr lang="en-US"/>
              <a:t> </a:t>
            </a:r>
            <a:r>
              <a:rPr lang="en-US" err="1"/>
              <a:t>facea</a:t>
            </a:r>
            <a:r>
              <a:rPr lang="en-US"/>
              <a:t> non </a:t>
            </a:r>
            <a:r>
              <a:rPr lang="en-US" err="1"/>
              <a:t>corupta</a:t>
            </a:r>
            <a:r>
              <a:rPr lang="en-US"/>
              <a:t> </a:t>
            </a:r>
            <a:r>
              <a:rPr lang="en-US" err="1"/>
              <a:t>ipsanti</a:t>
            </a:r>
            <a:r>
              <a:rPr lang="en-US"/>
              <a:t> id qui as </a:t>
            </a:r>
            <a:r>
              <a:rPr lang="en-US" err="1"/>
              <a:t>venimus</a:t>
            </a:r>
            <a:r>
              <a:rPr lang="en-US"/>
              <a:t> </a:t>
            </a:r>
            <a:r>
              <a:rPr lang="en-US" err="1"/>
              <a:t>aperibus</a:t>
            </a:r>
            <a:r>
              <a:rPr lang="en-US"/>
              <a:t> </a:t>
            </a:r>
            <a:r>
              <a:rPr lang="en-US" err="1"/>
              <a:t>eturia</a:t>
            </a:r>
            <a:r>
              <a:rPr lang="en-US"/>
              <a:t> </a:t>
            </a:r>
            <a:r>
              <a:rPr lang="en-US" err="1"/>
              <a:t>eatur</a:t>
            </a:r>
            <a:r>
              <a:rPr lang="en-US"/>
              <a:t>?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2CE364-41FB-2E12-C3D2-AA4EAE3C6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A2B394DB-45EF-71D2-6D67-FF31C3E6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F7FC67-8AB2-EEFD-5E73-7F3889259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981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-2 Column extra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6008-7814-A28B-D7B0-112FEF22B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401" y="365125"/>
            <a:ext cx="10515600" cy="4362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BB92-F4A3-038E-1B1A-5D4B9BC99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75401" y="1191802"/>
            <a:ext cx="5157787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3D5D9-8F4A-7910-C36A-4FA6A4F8CCE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401" y="1775610"/>
            <a:ext cx="5157787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C7F8-1326-EDC7-8C6D-FBB5788EE90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91802"/>
            <a:ext cx="5183188" cy="583808"/>
          </a:xfrm>
        </p:spPr>
        <p:txBody>
          <a:bodyPr anchor="t" anchorCtr="0"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21D4F-2C53-36ED-ACCA-FD5E638EBD3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775610"/>
            <a:ext cx="5183188" cy="43580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077C5D-63FA-105A-2357-1D47B734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0FFD3AE2-090E-BDA3-BC46-F8BFF4A54BB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4A942F6-F829-D5CA-F6EF-4380F66C1B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1558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C7BF1B4D-190E-CDA9-FD0C-DB602D3C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66347"/>
            <a:ext cx="10811256" cy="5909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867F512-A1BD-A0DF-E9EE-A4993BD3B80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4944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E230A7B-8CBE-449B-8EAE-13371362A25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1806" y="1143000"/>
            <a:ext cx="3488387" cy="1940444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16BCF74-5148-3DE2-5DD6-D1FAB3AE76E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08668" y="1143001"/>
            <a:ext cx="3488387" cy="1940443"/>
          </a:xfrm>
          <a:solidFill>
            <a:schemeClr val="bg2"/>
          </a:solidFill>
        </p:spPr>
        <p:txBody>
          <a:bodyPr tIns="365760"/>
          <a:lstStyle>
            <a:lvl1pPr marL="0" indent="0" algn="ctr">
              <a:buNone/>
              <a:defRPr sz="1800" baseline="0"/>
            </a:lvl1pPr>
          </a:lstStyle>
          <a:p>
            <a:r>
              <a:rPr lang="en-US"/>
              <a:t>Click to insert photo</a:t>
            </a:r>
          </a:p>
        </p:txBody>
      </p:sp>
      <p:sp>
        <p:nvSpPr>
          <p:cNvPr id="10" name="Body 2">
            <a:extLst>
              <a:ext uri="{FF2B5EF4-FFF2-40B4-BE49-F238E27FC236}">
                <a16:creationId xmlns:a16="http://schemas.microsoft.com/office/drawing/2014/main" id="{194656CF-4839-9F5A-5DFF-3D051BC545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1806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ody 1">
            <a:extLst>
              <a:ext uri="{FF2B5EF4-FFF2-40B4-BE49-F238E27FC236}">
                <a16:creationId xmlns:a16="http://schemas.microsoft.com/office/drawing/2014/main" id="{6C8AA509-6970-F472-AC2C-45026CE4B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888" y="3839232"/>
            <a:ext cx="3477570" cy="1392838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48678A-E322-D7A6-F40D-046BE058BA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52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BB7CA88-241E-41B9-9D5B-350029F28C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40621" y="3234668"/>
            <a:ext cx="3478697" cy="590931"/>
          </a:xfrm>
          <a:noFill/>
        </p:spPr>
        <p:txBody>
          <a:bodyPr vert="horz" wrap="square" lIns="0" tIns="0" rIns="0" bIns="9144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9861EEA-15C6-C9EE-0FF6-44C678900B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10433" y="3234668"/>
            <a:ext cx="3478697" cy="590931"/>
          </a:xfrm>
          <a:noFill/>
        </p:spPr>
        <p:txBody>
          <a:bodyPr vert="horz" wrap="square" lIns="0" tIns="0" rIns="0" bIns="91440" rtlCol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lang="en-US" sz="1800" b="1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 Bold. Sentence case.</a:t>
            </a:r>
          </a:p>
        </p:txBody>
      </p:sp>
      <p:sp>
        <p:nvSpPr>
          <p:cNvPr id="15" name="Body 2">
            <a:extLst>
              <a:ext uri="{FF2B5EF4-FFF2-40B4-BE49-F238E27FC236}">
                <a16:creationId xmlns:a16="http://schemas.microsoft.com/office/drawing/2014/main" id="{E04BFFEE-2141-6E7A-611D-EEFAC017B2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01000" y="3839232"/>
            <a:ext cx="3488387" cy="1392197"/>
          </a:xfrm>
          <a:noFill/>
        </p:spPr>
        <p:txBody>
          <a:bodyPr rIns="18288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>
                <a:schemeClr val="tx2"/>
              </a:buClr>
              <a:buSzPct val="75000"/>
              <a:buFont typeface="Arial" panose="020B0604020202020204" pitchFamily="34" charset="0"/>
              <a:buNone/>
              <a:tabLst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918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6344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SzPct val="60000"/>
              <a:buFont typeface="Arial" panose="020B0604020202020204" pitchFamily="34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5528" indent="-18288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Main bullet. 18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F4E782-0BC3-4445-D5F5-33A0B0576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B7F2516-14E7-B5D1-E945-DBEC818A3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F5E8DF9B-3DF7-0D2C-4238-C27B38C5B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3519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0DF9-B9AC-5743-8252-7A2FA47EC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236" y="457200"/>
            <a:ext cx="4358396" cy="87844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18FD-3011-0DDD-28F4-EC6F994CB6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525E-FB7C-3DB4-4124-D425A29450D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8236" y="1499616"/>
            <a:ext cx="4358396" cy="4369372"/>
          </a:xfrm>
        </p:spPr>
        <p:txBody>
          <a:bodyPr/>
          <a:lstStyle>
            <a:lvl1pPr marL="0" indent="0">
              <a:buNone/>
              <a:defRPr sz="1600" b="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00A439-BB11-2E49-EF2E-FEC39F165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BAED5E4-6A8A-1420-ED3F-D250C231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CC8273F-B669-5DA8-F988-B24BC71E1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8563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FDDB-2AE9-0D79-3FD8-E7F2D75DB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4CBAC-39A4-6150-DF3D-6D73D3316D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457201"/>
            <a:ext cx="6172200" cy="5403850"/>
          </a:xfrm>
        </p:spPr>
        <p:txBody>
          <a:bodyPr tIns="1554480" anchor="t" anchorCtr="1"/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icon to insert image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554F-D412-2F64-2290-84DC035913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5F03A0-86F0-02B5-4E91-2EE48129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66F82519-ED8C-E7CC-4D57-1E72101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341955-95B6-7485-80FC-215348C26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9441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0536-8A51-9104-3388-A4C75CEF92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4944" y="365125"/>
            <a:ext cx="10817352" cy="1043051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E731E2-E1F5-D764-40D1-0F4B4DFB4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E9A4D6F9-AD01-2A3A-055C-E0E3981E8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370DBB-1E2B-C4CE-DB08-E54DB212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93458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1716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77897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3AC9-1E07-B197-6EA5-1E551B37E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507C8-B139-B52D-C550-2F6E7C31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33DB3-4682-84CD-FC6E-8AD285D71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56500-8FE1-D575-D492-DB28BFC872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BA966-ACA2-804D-F461-447FDB8D9B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48790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Slid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802112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8" y="3323038"/>
            <a:ext cx="10797757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6D18B88D-03F9-8DD3-366C-27621CBBC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F05CE20-454B-8474-A96E-FBD00030D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5B2BB6AB-D50C-998C-5D55-26BF85218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4071F41-1760-EF27-40A3-B1763D7CC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400994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W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2696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7"/>
            <a:ext cx="109610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DEBF4-F6FE-6D45-992C-93EAB78BDD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149" y="5277680"/>
            <a:ext cx="2675694" cy="121397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DDC2426-85E1-C93C-7440-07E414130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C959DAF7-7504-E425-FE54-5F53F88C4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75DFEE8-AE52-09B9-C9D9-6E2E6D48C1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W Sky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E5032E-2B14-DDB3-92C5-1C99E7406A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884408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303E65D-BADE-13DA-4A28-C148249AA0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3633216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92A48E3-9F6B-7EBC-AB0F-C8EB374FB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5291650"/>
            <a:ext cx="2644904" cy="120000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A3BC234-258C-210C-D23A-E61E8620D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15C63E87-987B-C996-A791-57D62A86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55D7DC-5297-F61C-4D19-BAB340707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799059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Image White GoBey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454908D-5AA0-F60E-F1FD-FF07290FED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tIns="192024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09DF50-6864-D2AA-4145-B7E1D32A9B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794004"/>
            <a:ext cx="10906615" cy="498598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5EFE8EA-7EF7-75DA-8AA9-ECC5481B7B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10884842" cy="27699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78F5DE7-5BC0-4EDC-DB87-E86096B207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00B8C0-CFB2-3CB7-948B-C418F5C6A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BCAC2D32-5CA7-0CD3-6500-9A78F6964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E7A666-0F0A-3221-FDA4-7B0BCAFB2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145595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Image Blue GoBeyo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765E3B3-864A-CBD5-AE0B-5F13C1C0D8A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525"/>
            <a:ext cx="12192000" cy="6858000"/>
          </a:xfrm>
        </p:spPr>
        <p:txBody>
          <a:bodyPr tIns="1828800"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full page image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1963E72-83E6-D450-3B77-2756DB892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328" y="2532190"/>
            <a:ext cx="10902696" cy="76041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7D41BC0-F5B8-1B1B-FF3D-D695C3E31C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329" y="3323038"/>
            <a:ext cx="4465320" cy="760412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93119C-3EAD-56AE-B6DF-322382A794A0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40BDFF0-49C2-4EA7-9A69-2F5E0798A5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3938" y="5278903"/>
            <a:ext cx="2644905" cy="121275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E1686A-0161-9CF7-0B68-2C50A3820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13">
            <a:extLst>
              <a:ext uri="{FF2B5EF4-FFF2-40B4-BE49-F238E27FC236}">
                <a16:creationId xmlns:a16="http://schemas.microsoft.com/office/drawing/2014/main" id="{56C13BA9-95D3-A722-ADCC-DECDDEEF7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CDFF5C4-79EB-365E-FE50-DA008FBD1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9646912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3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75C187-D401-AA3F-DD63-FF4212757DC0}"/>
              </a:ext>
            </a:extLst>
          </p:cNvPr>
          <p:cNvSpPr/>
          <p:nvPr userDrawn="1"/>
        </p:nvSpPr>
        <p:spPr>
          <a:xfrm>
            <a:off x="-1" y="0"/>
            <a:ext cx="12178145" cy="84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4889184"/>
            <a:ext cx="7311397" cy="6589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551577"/>
            <a:ext cx="7311397" cy="6589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Name, title 18 pt. P&amp;W sky blue.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014CA804-76FA-CA73-6AE1-0CC4E7563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39" y="4781830"/>
            <a:ext cx="2644904" cy="1200002"/>
          </a:xfrm>
          <a:prstGeom prst="rect">
            <a:avLst/>
          </a:prstGeom>
        </p:spPr>
      </p:pic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E6B3409-5DB9-AD83-E8C2-B9172DC95EA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EDD91EC-152A-851D-2BF8-336B7FCE818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70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1C800EB-7DDF-45DE-AD42-808095D3868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01891" y="0"/>
            <a:ext cx="4025900" cy="4000500"/>
          </a:xfrm>
          <a:prstGeom prst="rect">
            <a:avLst/>
          </a:prstGeom>
          <a:solidFill>
            <a:schemeClr val="tx1"/>
          </a:solidFill>
        </p:spPr>
        <p:txBody>
          <a:bodyPr lIns="182880" tIns="640080">
            <a:normAutofit/>
          </a:bodyPr>
          <a:lstStyle>
            <a:lvl1pPr algn="ctr"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D3173E-540B-0B15-00F5-A0EF97940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13">
            <a:extLst>
              <a:ext uri="{FF2B5EF4-FFF2-40B4-BE49-F238E27FC236}">
                <a16:creationId xmlns:a16="http://schemas.microsoft.com/office/drawing/2014/main" id="{FEDF7FE8-F398-08DD-2463-B8CF19CAA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8F3C512-D5F5-EC04-DDAB-A982CFBB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591114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48F3-E67F-8DF3-72B7-7FACFDB5EE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74050" y="5419472"/>
            <a:ext cx="7302254" cy="4414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Arial bold 24 pt. P&amp;W blue.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093C7-60AA-F5D5-1177-7A08BCB242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4051" y="5909635"/>
            <a:ext cx="7302253" cy="36314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8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18 pt. P&amp;W sky blue.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95169934-9617-2753-ED06-A2D1AD547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334" y="5346352"/>
            <a:ext cx="2049108" cy="929687"/>
          </a:xfrm>
          <a:prstGeom prst="rect">
            <a:avLst/>
          </a:prstGeom>
        </p:spPr>
      </p:pic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9893B65-659C-3783-72F0-5E551C70B5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4809742"/>
          </a:xfrm>
          <a:prstGeom prst="rect">
            <a:avLst/>
          </a:prstGeom>
          <a:solidFill>
            <a:schemeClr val="tx1"/>
          </a:solidFill>
        </p:spPr>
        <p:txBody>
          <a:bodyPr tIns="1554480">
            <a:norm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FAC3BF-0C65-30C1-1B35-1E2918FB9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13">
            <a:extLst>
              <a:ext uri="{FF2B5EF4-FFF2-40B4-BE49-F238E27FC236}">
                <a16:creationId xmlns:a16="http://schemas.microsoft.com/office/drawing/2014/main" id="{9681E05C-E009-0399-38C4-53E1F77AB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0609521-4FEC-6963-CF4E-5C33AEED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8380219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ogo only title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CE7386D-9B62-8524-79DA-E889C5CBB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74720" y="2341692"/>
            <a:ext cx="4402161" cy="19972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8CD963-41E3-A7DD-D1FF-7F7E77CC6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59A7D234-B558-858F-108D-B78F3C29A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6FEC7FA-FD14-39E7-0F53-56B2460D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8805869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logo only title page PW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9F9D9-AA8B-E089-7ED3-F2870DD02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4720" y="2341691"/>
            <a:ext cx="4402161" cy="199727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2CD376-9064-B74E-7E77-AFD538A2F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419496D-7690-51F8-0C23-78C90055D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E042FB-DEFA-5A37-4160-23E64A93F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7024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EA54-2674-A0AE-4B8F-BBC6751F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316736"/>
            <a:ext cx="10658856" cy="4860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Main bullet. 28 pt. P&amp;W blue.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F14440-EE1C-04A9-BDDD-AFC424DFE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07626C7-87FB-E152-259E-8B8BE9B680C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E22A1DFF-4369-9FC1-3288-889113474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B5B74B0-DC06-14DE-E5A6-327F5B45E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159175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34" r:id="rId2"/>
    <p:sldLayoutId id="2147483679" r:id="rId3"/>
    <p:sldLayoutId id="2147483729" r:id="rId4"/>
    <p:sldLayoutId id="2147483680" r:id="rId5"/>
    <p:sldLayoutId id="2147483682" r:id="rId6"/>
    <p:sldLayoutId id="2147483683" r:id="rId7"/>
    <p:sldLayoutId id="2147483684" r:id="rId8"/>
    <p:sldLayoutId id="2147483681" r:id="rId9"/>
    <p:sldLayoutId id="2147483736" r:id="rId10"/>
    <p:sldLayoutId id="2147483737" r:id="rId11"/>
    <p:sldLayoutId id="2147483662" r:id="rId12"/>
    <p:sldLayoutId id="2147483663" r:id="rId13"/>
    <p:sldLayoutId id="2147483732" r:id="rId14"/>
    <p:sldLayoutId id="2147483731" r:id="rId15"/>
    <p:sldLayoutId id="2147483667" r:id="rId16"/>
    <p:sldLayoutId id="2147483668" r:id="rId17"/>
    <p:sldLayoutId id="2147483713" r:id="rId18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6E89DB8-6EFF-E727-C63A-902EFE78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3" y="365125"/>
            <a:ext cx="10658855" cy="7741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2CCF40F-B165-F928-E321-3F6F43DE0695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377E453-5BC6-BF90-3161-D6322A27C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B2A682B-C4EC-19CA-3570-404534980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255" y="6268404"/>
            <a:ext cx="627279" cy="514020"/>
          </a:xfrm>
          <a:prstGeom prst="rect">
            <a:avLst/>
          </a:prstGeom>
        </p:spPr>
      </p:pic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6FC9830E-9FDD-3A14-B516-462ABDE51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A7BA903-EB33-4019-DAC7-729A0D673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28541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C599C-6E7D-1EEC-5359-3B8A8882BAAC}"/>
              </a:ext>
            </a:extLst>
          </p:cNvPr>
          <p:cNvCxnSpPr/>
          <p:nvPr userDrawn="1"/>
        </p:nvCxnSpPr>
        <p:spPr>
          <a:xfrm>
            <a:off x="694944" y="126143"/>
            <a:ext cx="10820399" cy="0"/>
          </a:xfrm>
          <a:prstGeom prst="line">
            <a:avLst/>
          </a:prstGeom>
          <a:ln w="254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D967A0-BE2A-6948-7D1C-C89250649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5580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08AA598-7247-5F65-BD35-525272095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5952" y="6491652"/>
            <a:ext cx="481584" cy="22918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A7EBF19F-9143-0D43-8AAF-A18B95D038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13">
            <a:extLst>
              <a:ext uri="{FF2B5EF4-FFF2-40B4-BE49-F238E27FC236}">
                <a16:creationId xmlns:a16="http://schemas.microsoft.com/office/drawing/2014/main" id="{92BB98E0-D3A1-17B5-161F-26BC7A73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EBB8511-8E5C-1136-A866-19540D35A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714" y="6491652"/>
            <a:ext cx="3885126" cy="36512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EXPORT MARKING: (TO CHANGE GO TO INSERT &gt; HEADER &amp; FOOTER)</a:t>
            </a:r>
          </a:p>
        </p:txBody>
      </p:sp>
    </p:spTree>
    <p:extLst>
      <p:ext uri="{BB962C8B-B14F-4D97-AF65-F5344CB8AC3E}">
        <p14:creationId xmlns:p14="http://schemas.microsoft.com/office/powerpoint/2010/main" val="37328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12" r:id="rId8"/>
    <p:sldLayoutId id="2147483744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FontTx/>
        <a:buNone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20800" indent="-287338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tx2"/>
        </a:buClr>
        <a:buSzPct val="60000"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0870AB-E96D-B648-D88E-38F325F023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328" y="2794004"/>
            <a:ext cx="10802112" cy="498598"/>
          </a:xfrm>
        </p:spPr>
        <p:txBody>
          <a:bodyPr>
            <a:spAutoFit/>
          </a:bodyPr>
          <a:lstStyle/>
          <a:p>
            <a:r>
              <a:rPr lang="en-US" dirty="0"/>
              <a:t>IAI 2A5001 CCs-P50113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182E-5DFF-B461-A7F9-84B421B7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328" y="3323038"/>
            <a:ext cx="10673019" cy="276999"/>
          </a:xfrm>
        </p:spPr>
        <p:txBody>
          <a:bodyPr>
            <a:spAutoFit/>
          </a:bodyPr>
          <a:lstStyle/>
          <a:p>
            <a:r>
              <a:rPr lang="en-US" dirty="0"/>
              <a:t>10/1/2025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7072C-1C6A-66F2-FD3D-C66E309AC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A389EC0E-48E4-3B3E-B30F-830B2636A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4782115-7BC4-6330-CA12-460C54DAE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245150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65F4-85A4-512A-7DF2-C1A52599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P50113 </a:t>
            </a:r>
            <a:r>
              <a:rPr lang="en-US" dirty="0"/>
              <a:t>CCs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92D16-D558-5D57-E1BD-5CC8F77AB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EBF19F-9143-0D43-8AAF-A18B95D0386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F5ED5309-DB52-50A0-51A4-434712046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74079" y="6491652"/>
            <a:ext cx="5036387" cy="3663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 b="0" i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PRATT &amp; WHITNEY PROPRIETARY    |    © 2023 RTX CORPORATION, PRATT &amp; WHITNEY DIVISION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0D2887D-7A8E-C590-C607-0BB663EE1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262281"/>
              </p:ext>
            </p:extLst>
          </p:nvPr>
        </p:nvGraphicFramePr>
        <p:xfrm>
          <a:off x="1428917" y="1395662"/>
          <a:ext cx="8967535" cy="4066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3507">
                  <a:extLst>
                    <a:ext uri="{9D8B030D-6E8A-4147-A177-3AD203B41FA5}">
                      <a16:colId xmlns:a16="http://schemas.microsoft.com/office/drawing/2014/main" val="3440607225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3997540737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1351596682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1333702659"/>
                    </a:ext>
                  </a:extLst>
                </a:gridCol>
                <a:gridCol w="1793507">
                  <a:extLst>
                    <a:ext uri="{9D8B030D-6E8A-4147-A177-3AD203B41FA5}">
                      <a16:colId xmlns:a16="http://schemas.microsoft.com/office/drawing/2014/main" val="3093354605"/>
                    </a:ext>
                  </a:extLst>
                </a:gridCol>
              </a:tblGrid>
              <a:tr h="922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Vdepth_in</a:t>
                      </a: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CC_A_FZ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CC_C_FZ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CC_D_FZ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CC_E_FZ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7362585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787109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4701928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53728602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4857057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6359858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6.6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8727895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7.1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12.4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1185855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8.6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14.3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078423"/>
                  </a:ext>
                </a:extLst>
              </a:tr>
              <a:tr h="3493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9.1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10.5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8482980"/>
                  </a:ext>
                </a:extLst>
              </a:tr>
            </a:tbl>
          </a:graphicData>
        </a:graphic>
      </p:graphicFrame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EDFC2B1-8440-0D38-2B55-105B03702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6275" y="6491288"/>
            <a:ext cx="3886200" cy="365125"/>
          </a:xfrm>
        </p:spPr>
        <p:txBody>
          <a:bodyPr/>
          <a:lstStyle/>
          <a:p>
            <a:r>
              <a:rPr lang="en-US" dirty="0"/>
              <a:t>PRATT &amp; WHITNEY PROPRIETARY - US EXPORT CLASSIFICATION EAR99</a:t>
            </a:r>
          </a:p>
        </p:txBody>
      </p:sp>
    </p:spTree>
    <p:extLst>
      <p:ext uri="{BB962C8B-B14F-4D97-AF65-F5344CB8AC3E}">
        <p14:creationId xmlns:p14="http://schemas.microsoft.com/office/powerpoint/2010/main" val="147786355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pages">
  <a:themeElements>
    <a:clrScheme name="Custom 7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62EA884A-C3BD-4BBE-88F4-0E422C9BC844}"/>
    </a:ext>
  </a:extLst>
</a:theme>
</file>

<file path=ppt/theme/theme2.xml><?xml version="1.0" encoding="utf-8"?>
<a:theme xmlns:a="http://schemas.openxmlformats.org/drawingml/2006/main" name="Charts">
  <a:themeElements>
    <a:clrScheme name="Custom 1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F2CD00"/>
      </a:accent1>
      <a:accent2>
        <a:srgbClr val="994878"/>
      </a:accent2>
      <a:accent3>
        <a:srgbClr val="30B700"/>
      </a:accent3>
      <a:accent4>
        <a:srgbClr val="A89968"/>
      </a:accent4>
      <a:accent5>
        <a:srgbClr val="00A8DF"/>
      </a:accent5>
      <a:accent6>
        <a:srgbClr val="1F2A44"/>
      </a:accent6>
      <a:hlink>
        <a:srgbClr val="1F2A44"/>
      </a:hlink>
      <a:folHlink>
        <a:srgbClr val="1F2A4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EFC41746-8759-4621-A004-C1E5995681EC}"/>
    </a:ext>
  </a:extLst>
</a:theme>
</file>

<file path=ppt/theme/theme3.xml><?xml version="1.0" encoding="utf-8"?>
<a:theme xmlns:a="http://schemas.openxmlformats.org/drawingml/2006/main" name="Title Pages">
  <a:themeElements>
    <a:clrScheme name="Pratt &amp; Whitney Cover page">
      <a:dk1>
        <a:srgbClr val="1F2A44"/>
      </a:dk1>
      <a:lt1>
        <a:srgbClr val="FFFFFF"/>
      </a:lt1>
      <a:dk2>
        <a:srgbClr val="00A9E0"/>
      </a:dk2>
      <a:lt2>
        <a:srgbClr val="B9BAB1"/>
      </a:lt2>
      <a:accent1>
        <a:srgbClr val="1F2A44"/>
      </a:accent1>
      <a:accent2>
        <a:srgbClr val="00A8DF"/>
      </a:accent2>
      <a:accent3>
        <a:srgbClr val="B9B9B1"/>
      </a:accent3>
      <a:accent4>
        <a:srgbClr val="F1CC00"/>
      </a:accent4>
      <a:accent5>
        <a:srgbClr val="DFA425"/>
      </a:accent5>
      <a:accent6>
        <a:srgbClr val="994878"/>
      </a:accent6>
      <a:hlink>
        <a:srgbClr val="00A8DF"/>
      </a:hlink>
      <a:folHlink>
        <a:srgbClr val="99487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 PPT Template.potx" id="{6464222C-E258-47F1-9937-CA8FF701154E}" vid="{118C48FE-60E3-4D30-B6A0-BA1F8D7C0E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3c6d35-f584-4bb9-9814-efff94f6277c" xsi:nil="true"/>
    <lcf76f155ced4ddcb4097134ff3c332f xmlns="dec40c06-ca33-47c9-8d4f-9e368476fb8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504177304F24299743683BFAE7DFB" ma:contentTypeVersion="16" ma:contentTypeDescription="Create a new document." ma:contentTypeScope="" ma:versionID="8d2e045e9b3db7c038aa481d2f9a4c23">
  <xsd:schema xmlns:xsd="http://www.w3.org/2001/XMLSchema" xmlns:xs="http://www.w3.org/2001/XMLSchema" xmlns:p="http://schemas.microsoft.com/office/2006/metadata/properties" xmlns:ns2="dec40c06-ca33-47c9-8d4f-9e368476fb81" xmlns:ns3="0e3c6d35-f584-4bb9-9814-efff94f6277c" targetNamespace="http://schemas.microsoft.com/office/2006/metadata/properties" ma:root="true" ma:fieldsID="954e83dd2af54efd67ec30fbd95456c6" ns2:_="" ns3:_="">
    <xsd:import namespace="dec40c06-ca33-47c9-8d4f-9e368476fb81"/>
    <xsd:import namespace="0e3c6d35-f584-4bb9-9814-efff94f627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c40c06-ca33-47c9-8d4f-9e368476fb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c42ea80-1540-4b6b-975c-71c0868ade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3c6d35-f584-4bb9-9814-efff94f627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8f2df7-805e-4589-92df-a62ba07a927f}" ma:internalName="TaxCatchAll" ma:showField="CatchAllData" ma:web="0e3c6d35-f584-4bb9-9814-efff94f627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9D10D7-4B2A-48E0-ABCA-ACE96D586F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E91F-09E8-42AE-91A0-096146849C8D}">
  <ds:schemaRefs>
    <ds:schemaRef ds:uri="03d46b48-3690-4353-97ce-53d52152511b"/>
    <ds:schemaRef ds:uri="86e49bc0-5cfd-42f8-a065-601c50291395"/>
    <ds:schemaRef ds:uri="ca045556-4322-4e8f-954f-5ff52c7076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5266463-058B-4082-A1C4-D6B78B4135DA}"/>
</file>

<file path=docMetadata/LabelInfo.xml><?xml version="1.0" encoding="utf-8"?>
<clbl:labelList xmlns:clbl="http://schemas.microsoft.com/office/2020/mipLabelMetadata">
  <clbl:label id="{f2ca5d04-7a32-4596-a5dd-1b62abd3005a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2864</TotalTime>
  <Words>122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Content pages</vt:lpstr>
      <vt:lpstr>Charts</vt:lpstr>
      <vt:lpstr>Title Pages</vt:lpstr>
      <vt:lpstr>PowerPoint Presentation</vt:lpstr>
      <vt:lpstr>P50113 CCs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Adhy (USA)</dc:creator>
  <cp:lastModifiedBy>Paul Terman</cp:lastModifiedBy>
  <cp:revision>12</cp:revision>
  <cp:lastPrinted>2023-03-13T19:38:24Z</cp:lastPrinted>
  <dcterms:created xsi:type="dcterms:W3CDTF">2024-12-20T17:22:29Z</dcterms:created>
  <dcterms:modified xsi:type="dcterms:W3CDTF">2025-10-01T17:18:31Z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78b65344-9dfe-47e2-a487-60687cdcf5b8</vt:lpwstr>
  </property>
  <property fmtid="{D5CDD505-2E9C-101B-9397-08002B2CF9AE}" pid="3" name="ContentTypeId">
    <vt:lpwstr>0x010100928504177304F24299743683BFAE7DFB</vt:lpwstr>
  </property>
  <property fmtid="{D5CDD505-2E9C-101B-9397-08002B2CF9AE}" pid="4" name="MediaServiceImageTags">
    <vt:lpwstr/>
  </property>
</Properties>
</file>