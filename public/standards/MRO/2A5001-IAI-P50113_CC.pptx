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  <p:sldMasterId id="2147483733" r:id="rId5"/>
    <p:sldMasterId id="2147483648" r:id="rId6"/>
  </p:sldMasterIdLst>
  <p:notesMasterIdLst>
    <p:notesMasterId r:id="rId9"/>
  </p:notesMasterIdLst>
  <p:handoutMasterIdLst>
    <p:handoutMasterId r:id="rId10"/>
  </p:handoutMasterIdLst>
  <p:sldIdLst>
    <p:sldId id="270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A4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38CC76-B3B3-8625-BED0-2DE39E89B9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7D59B-4CD5-9F17-CD24-9168566BCC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BC3C-1769-F140-9F5D-1D0798106B56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40842-3529-2B66-8DDD-D8F03639BD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67C3B-57EE-4F5E-032F-40AEA50DA1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FEDD1-F27A-C341-BA2E-AE922203F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05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CA10C-3495-AD41-BFC3-D15B3F80A75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18CFC-C847-6A47-BAB9-8D85D24FD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1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1AB885-CBD3-2971-B2C6-9605A644E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B9296216-DD17-3D88-B1BF-7491C30B1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02672B2-0E27-5ADE-C0FD-503B96ECC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85893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1 Title and Content Sky Blu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0A65FE-F7F4-DFFA-1A9C-9450BB5EA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7A205648-516A-B2AF-1188-DF9B97042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377CE3-186A-75F7-5AB6-55E428AC9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43882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-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C38585-5144-37C9-FF56-C6840FF06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97BA5CD-4DAF-3A00-68E4-D9E27AEF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6E2B752-46E0-3D1B-A376-95A64DC3A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2163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lumn Den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4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/>
            </a:br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  <a:p>
            <a:pPr lvl="0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lvl="0"/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2CE364-41FB-2E12-C3D2-AA4EAE3C6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A2B394DB-45EF-71D2-6D67-FF31C3E6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1F7FC67-8AB2-EEFD-5E73-7F3889259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981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-2 Column extra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6008-7814-A28B-D7B0-112FEF22B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401" y="365125"/>
            <a:ext cx="10515600" cy="4362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BBB92-F4A3-038E-1B1A-5D4B9BC993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75401" y="1191802"/>
            <a:ext cx="5157787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3D5D9-8F4A-7910-C36A-4FA6A4F8CCE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401" y="1775610"/>
            <a:ext cx="5157787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DC7F8-1326-EDC7-8C6D-FBB5788EE90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91802"/>
            <a:ext cx="5183188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21D4F-2C53-36ED-ACCA-FD5E638EBD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775610"/>
            <a:ext cx="5183188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077C5D-63FA-105A-2357-1D47B734C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0FFD3AE2-090E-BDA3-BC46-F8BFF4A54BB4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4A942F6-F829-D5CA-F6EF-4380F66C1B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15589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C7BF1B4D-190E-CDA9-FD0C-DB602D3C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5909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867F512-A1BD-A0DF-E9EE-A4993BD3B8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4944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E230A7B-8CBE-449B-8EAE-13371362A25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51806" y="1143000"/>
            <a:ext cx="3488387" cy="1940444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16BCF74-5148-3DE2-5DD6-D1FAB3AE76E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8668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0" name="Body 2">
            <a:extLst>
              <a:ext uri="{FF2B5EF4-FFF2-40B4-BE49-F238E27FC236}">
                <a16:creationId xmlns:a16="http://schemas.microsoft.com/office/drawing/2014/main" id="{194656CF-4839-9F5A-5DFF-3D051BC545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1806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ody 1">
            <a:extLst>
              <a:ext uri="{FF2B5EF4-FFF2-40B4-BE49-F238E27FC236}">
                <a16:creationId xmlns:a16="http://schemas.microsoft.com/office/drawing/2014/main" id="{6C8AA509-6970-F472-AC2C-45026CE4B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88" y="3839232"/>
            <a:ext cx="3477570" cy="1392838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48678A-E322-D7A6-F40D-046BE058BA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52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BB7CA88-241E-41B9-9D5B-350029F28C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0621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9861EEA-15C6-C9EE-0FF6-44C678900B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10433" y="3234668"/>
            <a:ext cx="3478697" cy="5909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5" name="Body 2">
            <a:extLst>
              <a:ext uri="{FF2B5EF4-FFF2-40B4-BE49-F238E27FC236}">
                <a16:creationId xmlns:a16="http://schemas.microsoft.com/office/drawing/2014/main" id="{E04BFFEE-2141-6E7A-611D-EEFAC017B2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01000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F4E782-0BC3-4445-D5F5-33A0B0576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B7F2516-14E7-B5D1-E945-DBEC818A3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5E8DF9B-3DF7-0D2C-4238-C27B38C5B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35199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0DF9-B9AC-5743-8252-7A2FA47EC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236" y="457200"/>
            <a:ext cx="4358396" cy="87844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18FD-3011-0DDD-28F4-EC6F994CB6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525E-FB7C-3DB4-4124-D425A29450D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8236" y="1499616"/>
            <a:ext cx="4358396" cy="4369372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00A439-BB11-2E49-EF2E-FEC39F165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BAED5E4-6A8A-1420-ED3F-D250C231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C8273F-B669-5DA8-F988-B24BC71E1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8563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FDDB-2AE9-0D79-3FD8-E7F2D75DB5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4CBAC-39A4-6150-DF3D-6D73D3316D8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457201"/>
            <a:ext cx="6172200" cy="5403850"/>
          </a:xfrm>
        </p:spPr>
        <p:txBody>
          <a:bodyPr tIns="1554480" anchor="t" anchorCtr="1"/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icon to insert image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A554F-D412-2F64-2290-84DC035913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5F03A0-86F0-02B5-4E91-2EE481299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6F82519-ED8C-E7CC-4D57-1E72101E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E341955-95B6-7485-80FC-215348C26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441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0536-8A51-9104-3388-A4C75CEF92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817352" cy="104305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E731E2-E1F5-D764-40D1-0F4B4DFB4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E9A4D6F9-AD01-2A3A-055C-E0E3981E8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370DBB-1E2B-C4CE-DB08-E54DB212C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93458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1716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778972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3AC9-1E07-B197-6EA5-1E551B37E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507C8-B139-B52D-C550-2F6E7C31C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33DB3-4682-84CD-FC6E-8AD285D71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56500-8FE1-D575-D492-DB28BFC872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BA966-ACA2-804D-F461-447FDB8D9B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87909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400994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8805869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9EA54-2674-A0AE-4B8F-BBC6751FE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4" y="1316736"/>
            <a:ext cx="10658856" cy="4860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14440-EE1C-04A9-BDDD-AFC424DFE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7626C7-87FB-E152-259E-8B8BE9B680C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E22A1DFF-4369-9FC1-3288-889113474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B5B74B0-DC06-14DE-E5A6-327F5B45E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9175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34" r:id="rId2"/>
    <p:sldLayoutId id="2147483679" r:id="rId3"/>
    <p:sldLayoutId id="2147483729" r:id="rId4"/>
    <p:sldLayoutId id="2147483680" r:id="rId5"/>
    <p:sldLayoutId id="2147483682" r:id="rId6"/>
    <p:sldLayoutId id="2147483683" r:id="rId7"/>
    <p:sldLayoutId id="2147483684" r:id="rId8"/>
    <p:sldLayoutId id="2147483681" r:id="rId9"/>
    <p:sldLayoutId id="2147483736" r:id="rId10"/>
    <p:sldLayoutId id="2147483737" r:id="rId11"/>
    <p:sldLayoutId id="2147483662" r:id="rId12"/>
    <p:sldLayoutId id="2147483663" r:id="rId13"/>
    <p:sldLayoutId id="2147483732" r:id="rId14"/>
    <p:sldLayoutId id="2147483731" r:id="rId15"/>
    <p:sldLayoutId id="2147483667" r:id="rId16"/>
    <p:sldLayoutId id="2147483668" r:id="rId17"/>
    <p:sldLayoutId id="2147483713" r:id="rId18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377E453-5BC6-BF90-3161-D6322A27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B2A682B-C4EC-19CA-3570-404534980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6FC9830E-9FDD-3A14-B516-462ABDE5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A7BA903-EB33-4019-DAC7-729A0D673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5414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6C599C-6E7D-1EEC-5359-3B8A8882BAAC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D967A0-BE2A-6948-7D1C-C89250649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65580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08AA598-7247-5F65-BD35-525272095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13">
            <a:extLst>
              <a:ext uri="{FF2B5EF4-FFF2-40B4-BE49-F238E27FC236}">
                <a16:creationId xmlns:a16="http://schemas.microsoft.com/office/drawing/2014/main" id="{92BB98E0-D3A1-17B5-161F-26BC7A73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EBB8511-8E5C-1136-A866-19540D35A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3283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12" r:id="rId8"/>
    <p:sldLayoutId id="2147483744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0870AB-E96D-B648-D88E-38F325F023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328" y="2794004"/>
            <a:ext cx="10802112" cy="498598"/>
          </a:xfrm>
        </p:spPr>
        <p:txBody>
          <a:bodyPr>
            <a:spAutoFit/>
          </a:bodyPr>
          <a:lstStyle/>
          <a:p>
            <a:r>
              <a:rPr lang="en-US" dirty="0"/>
              <a:t>IAI 2A5001 CCs-P50113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182E-5DFF-B461-A7F9-84B421B7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328" y="3323038"/>
            <a:ext cx="10673019" cy="276999"/>
          </a:xfrm>
        </p:spPr>
        <p:txBody>
          <a:bodyPr>
            <a:spAutoFit/>
          </a:bodyPr>
          <a:lstStyle/>
          <a:p>
            <a:r>
              <a:rPr lang="en-US" dirty="0"/>
              <a:t>10/1/2025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7072C-1C6A-66F2-FD3D-C66E309AC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A389EC0E-48E4-3B3E-B30F-830B2636A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C4782115-7BC4-6330-CA12-460C54DAE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245150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65F4-85A4-512A-7DF2-C1A52599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P50113 </a:t>
            </a:r>
            <a:r>
              <a:rPr lang="en-US" dirty="0"/>
              <a:t>CCs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92D16-D558-5D57-E1BD-5CC8F77AB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F5ED5309-DB52-50A0-51A4-434712046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0D2887D-7A8E-C590-C607-0BB663EE1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262281"/>
              </p:ext>
            </p:extLst>
          </p:nvPr>
        </p:nvGraphicFramePr>
        <p:xfrm>
          <a:off x="1428917" y="1395662"/>
          <a:ext cx="8967535" cy="4066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507">
                  <a:extLst>
                    <a:ext uri="{9D8B030D-6E8A-4147-A177-3AD203B41FA5}">
                      <a16:colId xmlns:a16="http://schemas.microsoft.com/office/drawing/2014/main" val="3440607225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3997540737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1351596682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1333702659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3093354605"/>
                    </a:ext>
                  </a:extLst>
                </a:gridCol>
              </a:tblGrid>
              <a:tr h="922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effectLst/>
                          <a:latin typeface="Calibri" panose="020F0502020204030204" pitchFamily="34" charset="0"/>
                        </a:rPr>
                        <a:t>Vdepth_in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CC_A_FZ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CC_C_FZ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CC_D_FZ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CC_E_FZ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7362585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7871093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4701928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53728602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4857057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6359858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6.6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7.2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7278953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7.1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12.4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1185855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8.6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14.3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78423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8482980"/>
                  </a:ext>
                </a:extLst>
              </a:tr>
            </a:tbl>
          </a:graphicData>
        </a:graphic>
      </p:graphicFrame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EDFC2B1-8440-0D38-2B55-105B03702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147786355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pages">
  <a:themeElements>
    <a:clrScheme name="Custom 7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62EA884A-C3BD-4BBE-88F4-0E422C9BC844}"/>
    </a:ext>
  </a:extLst>
</a:theme>
</file>

<file path=ppt/theme/theme2.xml><?xml version="1.0" encoding="utf-8"?>
<a:theme xmlns:a="http://schemas.openxmlformats.org/drawingml/2006/main" name="Charts">
  <a:themeElements>
    <a:clrScheme name="Custom 1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F2CD00"/>
      </a:accent1>
      <a:accent2>
        <a:srgbClr val="994878"/>
      </a:accent2>
      <a:accent3>
        <a:srgbClr val="30B700"/>
      </a:accent3>
      <a:accent4>
        <a:srgbClr val="A89968"/>
      </a:accent4>
      <a:accent5>
        <a:srgbClr val="00A8DF"/>
      </a:accent5>
      <a:accent6>
        <a:srgbClr val="1F2A44"/>
      </a:accent6>
      <a:hlink>
        <a:srgbClr val="1F2A44"/>
      </a:hlink>
      <a:folHlink>
        <a:srgbClr val="1F2A4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EFC41746-8759-4621-A004-C1E5995681EC}"/>
    </a:ext>
  </a:extLst>
</a:theme>
</file>

<file path=ppt/theme/theme3.xml><?xml version="1.0" encoding="utf-8"?>
<a:theme xmlns:a="http://schemas.openxmlformats.org/drawingml/2006/main" name="Title Pages">
  <a:themeElements>
    <a:clrScheme name="Pratt &amp; Whitney Cover page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118C48FE-60E3-4D30-B6A0-BA1F8D7C0E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3c6d35-f584-4bb9-9814-efff94f6277c" xsi:nil="true"/>
    <lcf76f155ced4ddcb4097134ff3c332f xmlns="dec40c06-ca33-47c9-8d4f-9e368476fb8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504177304F24299743683BFAE7DFB" ma:contentTypeVersion="16" ma:contentTypeDescription="Create a new document." ma:contentTypeScope="" ma:versionID="8d2e045e9b3db7c038aa481d2f9a4c23">
  <xsd:schema xmlns:xsd="http://www.w3.org/2001/XMLSchema" xmlns:xs="http://www.w3.org/2001/XMLSchema" xmlns:p="http://schemas.microsoft.com/office/2006/metadata/properties" xmlns:ns2="dec40c06-ca33-47c9-8d4f-9e368476fb81" xmlns:ns3="0e3c6d35-f584-4bb9-9814-efff94f6277c" targetNamespace="http://schemas.microsoft.com/office/2006/metadata/properties" ma:root="true" ma:fieldsID="954e83dd2af54efd67ec30fbd95456c6" ns2:_="" ns3:_="">
    <xsd:import namespace="dec40c06-ca33-47c9-8d4f-9e368476fb81"/>
    <xsd:import namespace="0e3c6d35-f584-4bb9-9814-efff94f627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c40c06-ca33-47c9-8d4f-9e368476fb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c42ea80-1540-4b6b-975c-71c0868ade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c6d35-f584-4bb9-9814-efff94f627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58f2df7-805e-4589-92df-a62ba07a927f}" ma:internalName="TaxCatchAll" ma:showField="CatchAllData" ma:web="0e3c6d35-f584-4bb9-9814-efff94f627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9D10D7-4B2A-48E0-ABCA-ACE96D586F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E91F-09E8-42AE-91A0-096146849C8D}">
  <ds:schemaRefs>
    <ds:schemaRef ds:uri="03d46b48-3690-4353-97ce-53d52152511b"/>
    <ds:schemaRef ds:uri="86e49bc0-5cfd-42f8-a065-601c50291395"/>
    <ds:schemaRef ds:uri="ca045556-4322-4e8f-954f-5ff52c7076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5673E4-2C2B-4932-A784-66352E1FAA28}"/>
</file>

<file path=docMetadata/LabelInfo.xml><?xml version="1.0" encoding="utf-8"?>
<clbl:labelList xmlns:clbl="http://schemas.microsoft.com/office/2020/mipLabelMetadata">
  <clbl:label id="{f2ca5d04-7a32-4596-a5dd-1b62abd3005a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2864</TotalTime>
  <Words>122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Content pages</vt:lpstr>
      <vt:lpstr>Charts</vt:lpstr>
      <vt:lpstr>Title Pages</vt:lpstr>
      <vt:lpstr>PowerPoint Presentation</vt:lpstr>
      <vt:lpstr>P50113 CCs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Adhy (USA)</dc:creator>
  <cp:lastModifiedBy>Paul Terman</cp:lastModifiedBy>
  <cp:revision>12</cp:revision>
  <cp:lastPrinted>2023-03-13T19:38:24Z</cp:lastPrinted>
  <dcterms:created xsi:type="dcterms:W3CDTF">2024-12-20T17:22:29Z</dcterms:created>
  <dcterms:modified xsi:type="dcterms:W3CDTF">2025-10-01T17:18:31Z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78b65344-9dfe-47e2-a487-60687cdcf5b8</vt:lpwstr>
  </property>
  <property fmtid="{D5CDD505-2E9C-101B-9397-08002B2CF9AE}" pid="3" name="ContentTypeId">
    <vt:lpwstr>0x010100928504177304F24299743683BFAE7DFB</vt:lpwstr>
  </property>
  <property fmtid="{D5CDD505-2E9C-101B-9397-08002B2CF9AE}" pid="4" name="MediaServiceImageTags">
    <vt:lpwstr/>
  </property>
</Properties>
</file>